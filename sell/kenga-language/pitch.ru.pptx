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продавай AGI и не сравнивай с LLVM в первой фразе. Назови репо и лицензию, потом что стек маленький и его можно собрать.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в комнате продукт без compiler lead, сократи слайд до одного предложения и переходи к honest. Иначе будут ждать чат-бота.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спорь с LLVM. Боль про другое: свой язык нельзя потрогать без чужого тулчейна. На это и дави.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пальцем ткнуть в kenga/compiler/more.kenga и kenga/emit/. Если спросят про Rust, скажи: src/ legacy, новый код туда не кладём.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есть сеть, открой INDEPENDENCE.md на таблице слоёв. Не обещай SLA. Это дымовой прогон, не сертификация.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Подчеркни «прочитать emit», не «заменить LLVM». Вторая фраза на следующем слайде убивает первую, если перепутать.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Оставь паузу после «не LLVM / не CUDA». Если в этот момент комната расслабилась, пилот реален. Если ждут CUDA, вежливо заканчивай.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обещай, что github.com завтра подсветит .kenga. Если спросят «когда», ответ: когда появятся чужие репозитории с кодом, не когда мы ещё раз запушим грамматику.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строк как есть, Windows, cmd. Нужен MSVC или gcc. Не пересказывай пути. Если нет Windows, скажи, что в docs/FOR_FRIENDS.md есть unix-smoke, но этот слайд фиксирует 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торгуйся лицензией вслепую. Спроси, какой subset они принесут на пилот. Если subset нет, партнёрство рано.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ask: созвон 30 минут с compiler/runtime lead. Не предлагай «найти время как-нибудь». Дата в письме, не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MIT | GITHUB.COM/GERMANNM3/KENGA-LANG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Стек языка Kenga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Язык, компилятор на себе, байткод-VM и выпуск в C99.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Lite-диалект живёт одним exe: kenga-lite, без pip и без cargo.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Компилятор — more.kenga, написан на Kenga.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КОМУ ЭТО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Команды компиляторов и рантаймов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Письмо для тех, кто держит язык, VM или developer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Google, Meta, Microsoft, Apple. С той же стороны стола: ByteDance, Alibaba, Tencent, Huawei.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для закупки «AI-платформы». Для людей, которые сами собирают тулчейн.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Если ваш вопрос — скомпилируется ли подмножество и запустится ли на вашей машине, дальше по делу.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ЗАЧЕМ ВООБЩЕ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Хост, который не отпускает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Внутренний DSL часто так и остаётся гостем в чужом рантайме.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Компилятор на одном языке, раннер на другом, пайплайн на третьем: «просто запустить файл» уже отдельный проект.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Self-host любят рисовать на слайдах. В репозитории лестницы, которую можно прогнать, часто нет.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pip и cargo на чужой, закрытой машине — это политика и зеркала, а не `run`.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ЧТО В РЕПО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Язык, компилятор, VM, 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Lite-диалект собирается в один kenga-lite. Экосистему языка ставить не нужно.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more.kenga — компилятор на Kenga. Его гоняет тот же exe.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lower_c и bc_src_c пишут C. Байткод-VM в стеке есть.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Лестница self-host: 13 шагов. Бутстрап всё ещё 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Можно прогнать у себя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25 августа 2026 freedom-smoke прошёл.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Скрипт гоняет more, lower_c, emit и generated C. Это не запись экрана.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Спека в docs/SPEC.md. Короткий тур в docs/TOUR.md.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Как уходим от Rust: docs/INDEPENDENCE.md. Прямой текст для своих: docs/FOR_FRIENDS.md.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КУДА САДИТСЯ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Свой язык без чужого тулчейна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Нужно языковое подмножество, которое компилируется и исполняется на вашей машине, без pip и cargo.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Стек небольшой: lower_c и bc_src_c можно прочитать. Чтобы понять emit, LLVM поднимать не надо.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MIT. Форк, встройка, покупка — юристам тут ломать нечего.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Если задача — языком съесть ещё кусок C-хоста, лестница из 13 шагов как раз про это.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ПРЯМО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Чего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Полный self-host без C-хоста не сделан.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src/ на Rust — наследие. Новый код туда не кладём. Сборки Releases ещё могут на нём сидеть.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Это не замена LLVM. Это не CUDA.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25 августа 2026 freedom-smoke был OK. Это дым, не обещание продакшена.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Грамматика залита. Linguist —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Подсветка в редакторе: Marketplace, VSIX 3.13.0. Это не github.com.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TextMate-грамматика: github.com/GermannM3/kenga-grammar (MIT, source.kenga).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Полоска языка на GitHub появится после PR в github-linguist. Порог: ≥2000 публичных .kenga за год, не с одного аккаунта.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Пока файлов мало — PR не открываем. Грамматику для него уже можно указать.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ВОСПРОИЗВЕДЕНИЕ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Склонировать, собрать, прогнать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git clone https://github.com/GermannM3/kenga-lang.git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cd kenga-lang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bootstrap\bin\kenga-lite.exe run examples\selfhost\fact_lite.kenga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scripts\freedom-smoke.cmd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ПРЕДЛОЖЕНИЕ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Лицензия, четыре недели, хост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Лицензировать стек или купить его целиком.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Четыре недели встройки: вы приносите языковое подмножество, мы на вашей машине показываем compile и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Инженерное партнёрство: вместе вытеснять оставшийся C-хост.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Репозиторий уже MIT. Платят за встройку, за принадлежность и за работу над хостом.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Полчаса с тем, кто держит компилятор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Три pptx лежат в этой папке, рядом с письмом.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Репозиторий: github.com/GermannM3/kenga-lang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Нужны 30 минут с человеком, который отвечает за компилятор или рантайм.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Если после clone и freedom-smoke станет скучно, так и напишите. Это тоже ответ.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