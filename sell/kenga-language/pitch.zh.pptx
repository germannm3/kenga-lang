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开场别提 AGI，也别拿 LLVM 对比。先报仓库和许可证，再说这栈能在本机编起来。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屋里要是没有编译器负责人，这页一句带过，直接翻到「直说」。不然对方会等聊天机器人。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别跟 LLVM 抬杠。痛的是自己的语言离了别人的工具链就摸不到。就说这个。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可以指到 kenga/compiler/more.kenga 和 kenga/emit/。问 Rust 就说：src/ 是遗留，新代码不往里放。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有网的话打开 INDEPENDENCE.md 那张分层表。别许 SLA。这是冒烟，不是认证。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强调「emit 能读完」，别说成「换掉 LLVM」。下一页会打脸。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说到「不是 LLVM / 不是 CUDA」停一下。这会儿要是松了口气，试点才谈得成。要是他们等 CUDA，礼貌收场。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别保证明天 github.com 就会高亮 .kenga。问「什么时候」：等别人公开写 Kenga，不是再推一次语法。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这五行照着念，Windows cmd。要有 MSVC 或 gcc。路径不要意译。对方若在 Unix，docs/FOR_FRIENDS.md 里有 unix-smoke；这页钉死的是 cmd。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别空谈授权价。先问试点他们会带哪份子语言。没子集，合作还早。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只提一件事：和编译器/运行时负责人谈 30 分钟。别说「抽空」。日期写进邮件，别写在这页。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MIT | GITHUB.COM/GERMANNM3/KENGA-LANG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Microsoft YaHei"/>
                <a:ea typeface="Microsoft YaHei"/>
              </a:rPr>
              <a:t>Kenga 语言栈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语言本身、用自己写的编译器、字节码虚拟机，emit 落到 C99。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Lite 方言打成一个 exe：kenga-lite，不靠 pip，也不靠 cargo。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编译器是 more.kenga，源码就是 Kenga。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写给谁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编译器 / 运行时 / 开发者平台组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写给管语言、管虚拟机、或者管开发者平台的人。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Google、Meta、Microsoft、Apple。国内同一桌：字节、阿里、腾讯、华为。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不是写给采购「AI 平台」的。是写给自己编工具链的人。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如果问题是「这份子语言在我们机器上能不能编、能不能跑」，后面才有用。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为什么要看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宿主一直卸不掉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内部 DSL 多数到头来还是寄在别人的运行时里。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编译器一种语言，运行器另一种，流水线再一种：「跑一个文件」已经是个项目。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Self-host 写进材料很容易。仓库里真能一条条跑完的梯子，少见。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别人机器上要装 pip 或 cargo，先过的是审批和镜像，不是 `run`。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仓库里有什么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语言、编译器、虚拟机、C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Lite 方言编成一个 kenga-lite，不用先装一套语言生态。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more.kenga 是编译器，用 Kenga 写的，还是这个 exe 来跑。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lower_c 和 bc_src_c 往外吐 C。字节码虚拟机在栈里。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Self-host 梯子有 13 级。启动层现在仍是 C。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可核对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在你们机器上就能跑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2026-08-25 这天 freedom-smoke 是通过的。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脚本会跑 more、lower_c、emit，以及生成出来的 C。不是录屏。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规格在 docs/SPEC.md，短导览在 docs/TOUR.md。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怎么离开 Rust 写在 docs/INDEPENDENCE.md。给熟人看的直白话在 docs/FOR_FRIENDS.md。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放哪儿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自己的语言，不背别人的工具链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要的是一份语言子集，能在你们机器上编译、跑起来，不装 pip 和 cargo。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栈不大：lower_c 和 bc_src_c 可以读完。要看懂 emit，不必先拉起 LLVM。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MIT。fork、嵌进去、买下来，法务这边不该卡。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如果活儿是用语言自己再吃掉一层 C host，那 13 级梯子就是干这个的。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直说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现在没有的东西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去掉 C host 的完整 self-host，还没做完。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src/ 里的 Rust 是遗留。新代码不往那儿放。发版可能还在编它。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不是 LLVM 替代品。也不是 CUDA。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2026-08-25 freedom-smoke 是过的。这是冒烟，不是生产承诺。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语法仓库已上。Linguist 还没有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编辑器高亮是 Marketplace VSIX 3.13.0。那不是 github.com。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TextMate 语法：github.com/GermannM3/kenga-grammar（MIT，source.kenga）。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GitHub 语言条要等 github-linguist 的 PR。门槛：一年内 ≥2000 个公开 .kenga，不能全是同一个账号。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现在先不提这个 PR。语法的 URL 已经给得出。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clone、编译、跑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git clone https://github.com/GermannM3/kenga-lang.git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cd kenga-lang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bootstrap\build.cmd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bootstrap\bin\kenga-lite.exe run examples\selfhost\fact_lite.kenga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scripts\freedom-smoke.cmd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怎么合作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授权、四周、host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授权用这套栈，或者把整栈买下来。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四周嵌入：你们出一份语言子集，我们在你们机器上把编译和运行跑通。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工程合作：一起把剩下的 C host 再削一层。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仓库已经是 MIT。付钱买的是嵌入、归属，以及剩下的 host 工作。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和管编译器的人聊半小时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三个 pptx 就在这个目录里，和这封信放一起。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仓库：github.com/GermannM3/kenga-lang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想和你们负责编译器或运行时的人谈 30 分钟。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clone 完跑 freedom-smoke，如果觉得没意思，直接说。这也是回答。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