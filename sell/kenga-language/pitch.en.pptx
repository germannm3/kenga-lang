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open with AGI or LLVM. Name the repo and the license, then that the stack is small enough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room is product without a compiler lead, say one sentence and skip to honest. Otherwise they will wait for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pick a fight with LLVM. The pain is that their own language cannot be touched without someone else's toolchain. Stay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kenga/compiler/more.kenga and kenga/emit/. If they ask about Rust: src/ is legacy, new work does not go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network, open INDEPENDENCE.md on the layer table. Do not promise an SLA. This is a smoke, not a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readable emit, not replacing LLVM. The next slide will contradict you if you mix those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LLVM / CUDA. If the room relaxes, a pilot is possible. If they wanted CUDA, end politely.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promise github.com highlighting tomorrow. If they ask when: when other people publish .kenga, not when we push the grammar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five lines as written. Windows cmd. MSVC or gcc. Do not paraphrase the paths. If they are on Unix, FOR_FRIENDS.md mentions unix-smoke; this slide is the cmd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negotiate a license blind. Ask what subset they would bring to a pilot. No subset, no partnership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ask: 30 minutes with their compiler or runtime lead. Do not say sometime. Put a date in the email, not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MIT | GITHUB.COM/GERMANNM3/KENGA-LANG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Language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A language, a compiler written in itself, a bytecode VM, and emit to C99.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The lite dialect is one executable: kenga-lite. No pip. No cargo.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more.kenga is the compiler. It is written in Kenga.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Compiler, runtime, developer-platform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This is for people who own a language, a VM, or the platform other teams compile against.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Google, Meta, Microsoft, Apple. Same table: ByteDance, Alibaba, Tencent, Huawei.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 am not pitching anyone who buys an AI platform. I am talking to people who build toolchains.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the question is whether a subset compiles and runs on your box, the rest of this is for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The host that never leaves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An internal DSL often stays a guest in someone else's runtime.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Compiler in one language, runner in another, pipeline in a third: just running a file is already a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Self-host is easy to put on a slide. A ladder you can actually run is rarer.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pip and cargo on a locked-down box are policy and mirrors, not `run`.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IN THE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Language, compiler, VM, 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lite dialect builds to one kenga-lite. You do not install a language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more.kenga is the compiler, in Kenga. The same exe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lower_c and bc_src_c emit C. There is a bytecode VM.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Thirteen self-host steps exist. C is still the boot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CHECK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Run it on your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On 2026-08-25, freedom-smoke passed.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That script runs more, lower_c, emit, and the generated C. It is not a screen recording.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Spec is docs/SPEC.md. A short tour is docs/TOUR.md.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path off Rust is docs/INDEPENDENCE.md. The blunt note for people we know is docs/FOR_FRIENDS.md.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WHERE IT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Your language, not their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You want a language subset that compiles and runs on your machine, without pip or cargo.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stack is small: lower_c and bc_src_c are readable. You do not need to stand up LLVM to follow the emit.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MIT. Fork it, embed it, or buy it. Legal is not the hard part.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the job is to eat more of the C host with the language itself, that is what the 13-step ladder is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STRAIGHT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this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Full self-host without a C host is not done.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src/ in Rust is legacy. New work does not go there. Release builds may still compile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Not an LLVM replacement. Not CUDA.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freedom-smoke was OK on 2026-08-25. That is a smoke, not a production promise.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The grammar is up. Linguist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Editor highlighting is the Marketplace VSIX 3.13.0. That is not github.com.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TextMate grammar: github.com/GermannM3/kenga-grammar (MIT, source.kenga).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GitHub language bar needs a github-linguist PR. Threshold: at least 2000 public .kenga files in a year, not one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We do not open that PR yet. The grammar URL is ready when usage exists.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Clone, build,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git clone https://github.com/GermannM3/kenga-lang.git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cd kenga-lang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bootstrap\bin\kenga-lite.exe run examples\selfhost\fact_lite.kenga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scripts\freedom-smoke.cmd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License, four weeks, the 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License the stack, or acquire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 4-week embed: you bring a language subset, we show compile and run on your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An engineering partnership to replace more of the C host.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repo is already MIT. You pay for embed, for ownership, and for the remaining host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Thirty minutes with whoever owns the compiler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Three pptx files are in this folder, next to the letter.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Repo: github.com/GermannM3/kenga-lang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 want 30 minutes with the person who owns your compiler or runtime.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you clone, run freedom-smoke, and it is boring, say so. That counts as an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