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open with AGI or LLVM. Name the repo and the license, then that the stack is small enough to build.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the room is product without a compiler lead, say one sentence and skip to honest. Otherwise they will wait for a chatbot.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pick a fight with LLVM. The pain is that their own language cannot be touched without someone else's toolchain. Stay there.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at kenga/compiler/more.kenga and kenga/emit/. If they ask about Rust: src/ is legacy, new work does not go there.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you have network, open INDEPENDENCE.md on the layer table. Do not promise an SLA. This is a smoke, not a certification.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Stress readable emit, not replacing LLVM. The next slide will contradict you if you mix those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Pause after LLVM / CUDA. If the room relaxes, a pilot is possible. If they wanted CUDA, end politely.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five lines as written. Windows cmd. MSVC or gcc. Do not paraphrase the paths. If they are on Unix, FOR_FRIENDS.md mentions unix-smoke; this slide is the cmd sequence.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negotiate a license blind. Ask what subset they would bring to a pilot. No subset, no partnership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ask: 30 minutes with their compiler or runtime lead. Do not say sometime. Put a date in the email, not on this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8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07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45C26"/>
                </a:solidFill>
                <a:latin typeface="Calibri"/>
                <a:ea typeface="Calibri"/>
              </a:rPr>
              <a:t>MIT | GITHUB.COM/GERMANNM3/KENGA-LANG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7F3EC"/>
                </a:solidFill>
                <a:latin typeface="Calibri"/>
                <a:ea typeface="Calibri"/>
              </a:rPr>
              <a:t>Kenga Language Stack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0233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E8E0D0"/>
                </a:solidFill>
                <a:latin typeface="Calibri"/>
                <a:ea typeface="Calibri"/>
              </a:rPr>
              <a:t>A language, a compiler written in itself, a bytecode VM, and emit to C99.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40740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E8E0D0"/>
                </a:solidFill>
                <a:latin typeface="Calibri"/>
                <a:ea typeface="Calibri"/>
              </a:rPr>
              <a:t>The lite dialect is one executable: kenga-lite. No pip. No cargo.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791456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E8E0D0"/>
                </a:solidFill>
                <a:latin typeface="Calibri"/>
                <a:ea typeface="Calibri"/>
              </a:rPr>
              <a:t>more.kenga is the compiler. It is written in Kenga.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09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6256"/>
                </a:solidFill>
                <a:latin typeface="Calibri"/>
                <a:ea typeface="Calibri"/>
              </a:rPr>
              <a:t>Kenga | not a press kit | numbers from the repo only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5C26"/>
                </a:solidFill>
                <a:latin typeface="Calibri"/>
                <a:ea typeface="Calibri"/>
              </a:rPr>
              <a:t>WHO THIS IS FOR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814"/>
                </a:solidFill>
                <a:latin typeface="Calibri"/>
                <a:ea typeface="Calibri"/>
              </a:rPr>
              <a:t>Compiler, runtime, developer-platform teams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84248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74519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This is for people who own a language, a VM, or the platform other teams compile against.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97480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87752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Google, Meta, Microsoft, Apple. Same table: ByteDance, Alibaba, Tencent, Huawei.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10712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300984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I am not pitching anyone who buys an AI platform. I am talking to people who build toolchains.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123944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014216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If the question is whether a subset compiles and runs on your box, the rest of this is for you.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Kenga | not a press kit | numbers from the repo only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5C26"/>
                </a:solidFill>
                <a:latin typeface="Calibri"/>
                <a:ea typeface="Calibri"/>
              </a:rPr>
              <a:t>WHY THIS EXISTS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814"/>
                </a:solidFill>
                <a:latin typeface="Calibri"/>
                <a:ea typeface="Calibri"/>
              </a:rPr>
              <a:t>The host that never leaves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84248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74519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An internal DSL often stays a guest in someone else's runtime.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97480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87752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Compiler in one language, runner in another, pipeline in a third: just running a file is already a project.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10712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300984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Self-host is easy to put on a slide. A ladder you can actually run is rarer.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123944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014216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pip and cargo on a locked-down box are policy and mirrors, not `run`.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Kenga | not a press kit | numbers from the repo only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5C26"/>
                </a:solidFill>
                <a:latin typeface="Calibri"/>
                <a:ea typeface="Calibri"/>
              </a:rPr>
              <a:t>IN THE REPO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814"/>
                </a:solidFill>
                <a:latin typeface="Calibri"/>
                <a:ea typeface="Calibri"/>
              </a:rPr>
              <a:t>Language, compiler, VM, C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84248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74519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The lite dialect builds to one kenga-lite. You do not install a language ecosystem.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97480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87752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more.kenga is the compiler, in Kenga. The same exe runs it.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10712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300984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lower_c and bc_src_c emit C. There is a bytecode VM.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123944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014216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Thirteen self-host steps exist. C is still the boot stage.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Kenga | not a press kit | numbers from the repo only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5C26"/>
                </a:solidFill>
                <a:latin typeface="Calibri"/>
                <a:ea typeface="Calibri"/>
              </a:rPr>
              <a:t>CHECK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814"/>
                </a:solidFill>
                <a:latin typeface="Calibri"/>
                <a:ea typeface="Calibri"/>
              </a:rPr>
              <a:t>Run it on your box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84248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74519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On 2026-08-25, freedom-smoke passed.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97480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87752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That script runs more, lower_c, emit, and the generated C. It is not a screen recording.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10712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300984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Spec is docs/SPEC.md. A short tour is docs/TOUR.md.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123944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014216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The path off Rust is docs/INDEPENDENCE.md. The blunt note for people we know is docs/FOR_FRIENDS.md.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Kenga | not a press kit | numbers from the repo only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5C26"/>
                </a:solidFill>
                <a:latin typeface="Calibri"/>
                <a:ea typeface="Calibri"/>
              </a:rPr>
              <a:t>WHERE IT SITS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814"/>
                </a:solidFill>
                <a:latin typeface="Calibri"/>
                <a:ea typeface="Calibri"/>
              </a:rPr>
              <a:t>Your language, not their toolchain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84248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74519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You want a language subset that compiles and runs on your machine, without pip or cargo.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97480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87752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The stack is small: lower_c and bc_src_c are readable. You do not need to stand up LLVM to follow the emit.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10712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300984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MIT. Fork it, embed it, or buy it. Legal is not the hard part.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123944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014216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If the job is to eat more of the C host with the language itself, that is what the 13-step ladder is for.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Kenga | not a press kit | numbers from the repo only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5C26"/>
                </a:solidFill>
                <a:latin typeface="Calibri"/>
                <a:ea typeface="Calibri"/>
              </a:rPr>
              <a:t>STRAIGHT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814"/>
                </a:solidFill>
                <a:latin typeface="Calibri"/>
                <a:ea typeface="Calibri"/>
              </a:rPr>
              <a:t>What this is not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84248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74519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Full self-host without a C host is not done.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97480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87752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src/ in Rust is legacy. New work does not go there. Release builds may still compile it.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10712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300984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Not an LLVM replacement. Not CUDA.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123944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014216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freedom-smoke was OK on 2026-08-25. That is a smoke, not a production promise.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Kenga | not a press kit | numbers from the repo only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5C26"/>
                </a:solidFill>
                <a:latin typeface="Calibri"/>
                <a:ea typeface="Calibri"/>
              </a:rPr>
              <a:t>REPRODUCE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814"/>
                </a:solidFill>
                <a:latin typeface="Calibri"/>
                <a:ea typeface="Calibri"/>
              </a:rPr>
              <a:t>Clone, build, run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45920"/>
            <a:ext cx="10881360" cy="4297680"/>
          </a:xfrm>
          <a:prstGeom prst="roundRect">
            <a:avLst/>
          </a:prstGeom>
          <a:solidFill>
            <a:srgbClr val="1A18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103327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E8E0D0"/>
                </a:solidFill>
                <a:latin typeface="Consolas"/>
                <a:ea typeface="Calibri"/>
              </a:rPr>
              <a:t>git clone https://github.com/GermannM3/kenga-lang.git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E8E0D0"/>
                </a:solidFill>
                <a:latin typeface="Consolas"/>
                <a:ea typeface="Calibri"/>
              </a:rPr>
              <a:t>cd kenga-lang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E8E0D0"/>
                </a:solidFill>
                <a:latin typeface="Consolas"/>
                <a:ea typeface="Calibri"/>
              </a:rPr>
              <a:t>bootstrap\build.cmd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E8E0D0"/>
                </a:solidFill>
                <a:latin typeface="Consolas"/>
                <a:ea typeface="Calibri"/>
              </a:rPr>
              <a:t>bootstrap\bin\kenga-lite.exe run examples\selfhost\fact_lite.kenga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E8E0D0"/>
                </a:solidFill>
                <a:latin typeface="Consolas"/>
                <a:ea typeface="Calibri"/>
              </a:rPr>
              <a:t>scripts\freedom-smoke.cmd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Kenga | not a press kit | numbers from the repo only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5C26"/>
                </a:solidFill>
                <a:latin typeface="Calibri"/>
                <a:ea typeface="Calibri"/>
              </a:rPr>
              <a:t>OFFER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814"/>
                </a:solidFill>
                <a:latin typeface="Calibri"/>
                <a:ea typeface="Calibri"/>
              </a:rPr>
              <a:t>License, four weeks, the host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84248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74519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License the stack, or acquire it.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97480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87752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A 4-week embed: you bring a language subset, we show compile and run on your machine.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10712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300984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An engineering partnership to replace more of the C host.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123944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014216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The repo is already MIT. You pay for embed, for ownership, and for the remaining host work.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Kenga | not a press kit | numbers from the repo only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5C26"/>
                </a:solidFill>
                <a:latin typeface="Calibri"/>
                <a:ea typeface="Calibri"/>
              </a:rPr>
              <a:t>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814"/>
                </a:solidFill>
                <a:latin typeface="Calibri"/>
                <a:ea typeface="Calibri"/>
              </a:rPr>
              <a:t>Thirty minutes with whoever owns the compiler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84248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74519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Three pptx files are in this folder, next to the letter.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97480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87752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Repo: github.com/GermannM3/kenga-lang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10712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300984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I want 30 minutes with the person who owns your compiler or runtime.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123944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014216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If you clone, run freedom-smoke, and it is boring, say so. That counts as an answer.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Kenga | not a press kit | numbers from the repo only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