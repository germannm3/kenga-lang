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先讲输入输出。有人问这是不是大模型方案，直接说不是。Expert-LM 另谈。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知道他们语言就点名。别讲数字化转型那一套。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5.6% 是 M5.2，已公开。先别跳到 98.6%，那是下一页。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说「真的 kenga-lite」，别说「验证模块」。文件可以当场打开。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别和 M6 早报混在一张表里。检查点不同，评测切片也不同。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对着房间里的人只念对口的那一行。其余可以跳过。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说到 0% 停一下。对方要是松了口气，说明找对人了。文件：minds/corpus_factory/M6_REPORT.md。compile 和 match 是两回事，别粘成一句。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可以共享屏幕。build.cmd 别省，评测要用 kenga-lite。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试点成功标准是语料能过他们的解释器。不是模型能写生产文件。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停。请求已经写在页上。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KENGA VERIFIED FACTORY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7F3EC"/>
                </a:solidFill>
                <a:latin typeface="Microsoft YaHei"/>
                <a:ea typeface="Microsoft YaHei"/>
              </a:rPr>
              <a:t>运行时不收的程序，工厂直接丢掉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Microsoft YaHei"/>
                <a:ea typeface="Microsoft YaHei"/>
              </a:rPr>
              <a:t>输入：你们已经有的文法和解释器。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074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Microsoft YaHei"/>
                <a:ea typeface="Microsoft YaHei"/>
              </a:rPr>
              <a:t>输出：真正编译过、stdout 对得上预期的程序。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914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Microsoft YaHei"/>
                <a:ea typeface="Microsoft YaHei"/>
              </a:rPr>
              <a:t>同一条管道再吐 broken/fixed 修复对。人工标注小时数：零。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给谁看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数据、评测、代码助手、内部 DSL 团队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网上刮不到的语言：内部 SQL、配置、合约、agent 工具。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解释器已经在跑。没有上万条标好的程序。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要的是 compile + stdout，不是标注员竖大拇指。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做评测的人还需要一种测试：模型没法靠名字蒙对。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缺口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从没跑过的合成程序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内部语言网上刮不到。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LLM 出的练习题，不经真运行时，照样能编。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就算过了编译器，语料仍可能教会捷径：main 永远调用 run()。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我们见过。数据改掉之前，bind 编译率停在 5.6%。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盘上已有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真正能交出去的东西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tools/corpus_factory.py 生成程序，用真正的 kenga-lite 验证。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只留 rc==0、且 stdout 对得上预期的。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tools/build_repair_corpus.py：对已验证程序做突变，留下 broken/fixed。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tools/corpus_eval.py 和 tools/realgen_eval.py：我们报的数字用的就是它们。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M5.3，已公开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还是 838k。还是那份预算。Bind 5.6% -&gt; 98.6%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语料 v2：14,550 条已验证程序。家族：arith、loop、rec、chains、bind。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Bind：在同签名干扰函数里调用该调的那一个。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训练分布里的统计捷径拿掉了。架构没改。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出处：hf/Kenga-Prophet-m5.3/README.md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你们的栈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两个输入你们已经有了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文法加解释器。接入就这些。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数据：带 compile 和 stdout 的语料，不用排队等标注。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评测：bind 家族，模型没法靠名字蒙过去。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代码助手和内部 DSL：突变出来的修复对，同一个检查器。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M6 早报，2026-08-25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Realgen T1 编译率 0%。Genesis 只是规格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Factory：compile 98.3%，greedy match 18.3%。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Bind：compile 96.1%。NL-&gt;code：compile 50%，greedy match 1.2%。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Realgen tier 1：compile 0%。Genesis 入口门：关着。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docs/GENESIS_V0.md 写的循环没有在跑。不当产品卖。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先别信幻灯片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两条命令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4297680"/>
          </a:xfrm>
          <a:prstGeom prst="round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Microsoft YaHei"/>
                <a:ea typeface="Microsoft YaHei"/>
              </a:rPr>
              <a:t>bootstrap\build.cmd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Microsoft YaHei"/>
                <a:ea typeface="Microsoft YaHei"/>
              </a:rPr>
              <a:t>python tools\corpus_eval.py minds\corpus_factory\split_v2\test.jsonl --category bind --limit 144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Microsoft YaHei"/>
                <a:ea typeface="Microsoft YaHei"/>
              </a:rPr>
              <a:t>然后看 minds/corpus_factory/M6_REPORT.md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Microsoft YaHei"/>
                <a:ea typeface="Microsoft YaHei"/>
              </a:rPr>
              <a:t>5.6 -&gt; 98.6 写在 M5.3 的 README 里，不在这份早报里。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三扇门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试点、买工具、或者围着这个零做合作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四周试点：你们的文法、你们的解释器，换一份能继续测的已验证语料。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买工具：工厂、评测、repair 构建，跑在你们那边。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研究合作：在验证器把关下做训练。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Genesis 卡在 realgen 上。要做的是把 0% 挪动，不是声称循环已经在转。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只求一件事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和评测或数据负责人聊 30 分钟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你们带上刮不到的那门语言。我们带报告和两条命令。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这 30 分钟不做聊天演示，也不讲 Genesis 故事。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工厂对不上，会就短。短也可以。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