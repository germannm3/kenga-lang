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Начинай с входа и выхода. Если спросят, вы про LLM? Нет, эта колода про фабрику. Expert-LM это другой разговор.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знаешь их язык, назови его. Не говори про цифровую трансформацию.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5,6% это M5.2, опубликовано. До 98,6% не прыгай: это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Говори "настоящий kenga-lite", не "модуль-верификатор". Файлы можно открыть.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смешивай с утренним M6. Другой чекпоинт, другой срез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Оставь одну строку под человека в комнате. Остальные можно не читать вслух.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Пауза после нуля. Если им от этого легче, ты с теми, кто умеет покупать. Файл: minds/corpus_factory/M6_REPORT.md. Compile и match это разные числа; не склеивай.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Предложи шарить экран. build.cmd не пропускай: для eval нужен kenga-lite.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пилота: корпус, который проходит их интерпретатор. Не модель, которая пишет боевые файлы.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Замолчи. Просьба уже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KENGA VERIFIED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Фабрика, которая выкидывает всё, что рантайм не принял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На входе: грамматика и интерпретатор, которые у вас уже есть.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На выходе: программы, которые скомпилировались и напечатали ожидаемый stdout.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Из той же трубы: пары broken/fixed. Часов человеческой разметки: ноль.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КОМУ ЭТО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Данные, eval, code-assist и внутренний DSL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Язык, которого нет на GitHub: внутренний SQL, конфиг, контракты, инструменты агента.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Интерпретатор уже крутится. Десяти тысяч подписанных программ нет.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Нужна проверка compile + stdout, а не палец вверх от разметчика.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Если вы eval, нужны тесты, на которых модель не может жульничать именами.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ДЫРА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Синтетические программы, которые никто не запускал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Для внутреннего языка скачивать нечего.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Дриллы из LLM всё равно врут, пока их не прогнал настоящий рантайм.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Даже корпус с компилятором может выучить ярлык: main всегда зовёт run().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Мы это видели. Bind compile сидел на 5,6%, пока не поменяли данные.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ЛЕЖИТ НА ДИСКЕ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Что реально отгружаем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tools/corpus_factory.py генерирует программы и гоняет их через настоящий kenga-lite.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В корпус попадает только rc==0 и stdout, совпавший с ожидаемым.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tools/build_repair_corpus.py: мутанты проверенных программ, broken и fixed.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tools/corpus_eval.py и tools/realgen_eval.py: те же проверки, которые мы цитируем.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M5.3, ОПУБЛИКОВАНО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Та же 838k. Тот же бюджет. Bind 5,6% -&gt; 98,6%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Корпус v2: 14 550 проверенных программ. Семейства: arith, loop, rec, chains, bind.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Bind: вызвать нужную функцию среди отвлекающих с той же сигнатурой.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Из обучающего распределения убрали статистический ярлык. Архитектуру не трогали.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Источник: hf/Kenga-Prophet-m5.3/README.md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ВАШ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Два входа у вас уже есть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Грамматика плюс интерпретатор. На этом онбординг и заканчивается.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Данные: корпус с compile и stdout, без очереди разметчиков.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Eval: семейство bind, чтобы модель не проезжала на именах.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Code-assist и внутренний DSL: пары ремонта из мутантов, тот же проверятор.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M6, УТРО 2026-08-25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Realgen T1 compile: 0%. Genesis: спецификация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Factory: compile 98,3%, greedy match 18,3%.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Bind: compile 96,1%. NL-&gt;code: compile 50%, greedy match 1,2%.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Realgen tier 1: compile 0%. Входной гейт Genesis: закрыт.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docs/GENESIS_V0.md описывает цикл, который не запущен. Это не продукт.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ДО ТОГО КАК ПОВЕРИТЬ СЛАЙДУ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Две команды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tools\corpus_eval.py minds\corpus_factory\split_v2\test.jsonl --category bind --limit 144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Потом minds/corpus_factory/M6_REPORT.md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История 5,6 -&gt; 98,6 живёт в README M5.3, не в этом утреннем отчёте.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ТРИ ДВЕРИ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Пилот, инструменты, или партнёрство вокруг нуля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Пилот на 4 недели: ваша грамматика, ваш интерпретатор, проверенный корпус, который можно мерить.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Покупка тулинга: фабрика, eval, сборщик repair. Как вы это гоняете у себя.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Исследовательское партнёрство по обучению под проверятором.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Genesis закрыт на realgen. Работа: сдвинуть 0%, а не заявить, что цикл уже живой.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ОДНА ПРОСЬБА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30 минут с eval или данными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Вы приносите язык, который нельзя наскрести. Мы: отчёт и две команды.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Слот не тратим на чат-демо и историю про Genesis.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Если фабрика не садится, встреча короткая. Так тоже нормально.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