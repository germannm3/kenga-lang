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I/O. If they ask whether this is an LLM pitch, say no. Expert-LM is a different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their language if you know it. Do not pitch transformation.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5.6% is M5.2, published. Do not jump to 98.6% yet. That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real kenga-lite, not a verifier module. They can open the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with the M6 morning report. Different checkpoint, different eval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line that matches the person in the room. Skip the rest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after zero. If they look relieved, you are talking to a buyer. File: minds/corpus_factory/M6_REPORT.md. Compile and match are different numbers. Do not glue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screenshare. Do not skip build.cmd. The eval needs kenga-lite.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Pilot success is a corpus that passes their interpreter. Not a model that writes production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talking. The ask is already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KENGA VERIFIED FACTORY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A factory that throws away anything the runtime rejects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Input: a grammar and an interpreter you already have.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Output: programs that compiled and printed the expected stdout.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Same pipe: broken/fixed repair pairs. Human labeling hours: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Data, eval, code-assist, and internal DSL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 language with no GitHub dump: internal SQL, config, contracts, agent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You already run an interpreter. You do not have ten thousand labeled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You need compile plus stdout checks, not a thumbs-up from an annotator.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you own eval, you need tests where the model cannot cheat on names.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THE HOLE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Synthetic programs that never 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There is nothing to scrape for an internal language.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LLM drills still lie until a real runtime runs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Even a compiler-checked corpus can teach a shortcut: main always calls run().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We watched that happen. Bind compile sat at 5.6% until the data 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ON DISK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we actually 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tools/corpus_factory.py generates programs and verifies them through real kenga-lite.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Keep only rc==0 and stdout that matches the expected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tools/build_repair_corpus.py: mutants of verified programs, broken and fixed.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tools/corpus_eval.py and tools/realgen_eval.py: the same checks we quote.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M5.3,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Same 838k. Same budget. Bind 5.6% -&gt; 98.6%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Corpus v2: 14,550 verified programs. Families: arith, loop, rec, chains, bind.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Bind: call the right function among same-signature distractors.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training distribution lost the statistical shortcut. The architecture did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Source: hf/Kenga-Prophet-m5.3/README.md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YOUR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You already have the two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Grammar plus interpreter. That is the whole onboarding.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Data: a corpus with compile and stdout, no annotator queue.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Eval: a bind family so the model cannot skate on names.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Code-assist and internal DSL: repair pairs from mutants, same checker.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M6 MORNING, 2026-08-25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Realgen T1 compile is 0%. Genesis is a spec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Factory: compile 98.3%, greedy match 18.3%.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Bind: compile 96.1%. NL-&gt;code: compile 50%, greedy match 1.2%.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Realgen tier 1: compile 0%. Genesis entry gate: closed.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docs/GENESIS_V0.md describes a loop that is not running. We will not sell it as a product.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BEFORE YOU BELIEVE A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Two commands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bootstrap\build.cmd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tools\corpus_eval.py minds\corpus_factory\split_v2\test.jsonl --category bind --limit 144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Then minds/corpus_factory/M6_REPORT.md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The 5.6 -&gt; 98.6 story lives in the M5.3 README, not in that morning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THREE DOORS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Pilot, tooling, or a partnership around the zero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Four-week pilot: your grammar, your interpreter, a verified corpus you can keep measuring.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Acquire the tooling: factory, eval, repair builder, run on your 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Research partnership on verifier-gated training.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Genesis is blocked on realgen. The work is to move 0%, not to claim the loop is alive.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ONE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Thirty minutes with eval or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You bring the language you cannot scrape. We bring the report and the two commands.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 slot is not for a chat demo or a Genesis 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If the factory does not fit, the meeting is short. That is fine.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