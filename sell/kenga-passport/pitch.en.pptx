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M6 context is K=512. Do not mix with passport k=32.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Email security/eval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 gets this faster than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the json on the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open gates with your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is easier to explain than the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PKI join is the second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room: verify, watch the exit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pilot is their file, not our M6.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of whoever owns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PASSPORT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Kenga weight passport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Not a model. A content-identity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M6: marker 6108e4d16400d5e1, 52 tensors, sha256 pinned.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k=32 is top singular values for L, not context length.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Who this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Supply-chain, security, eval.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People for whom a checkpoint without an act is just a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Not the chatbot org.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PAIN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Why filenames lie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Weights move. The name stays.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 file hash does not tell you the tensor spectrum matches.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After finetune, is it the same model? Argument without a metric.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What we issue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zcert.py issue/verify.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Canon: zmind.py / zcore.py.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M6 already has a passport: minds/mid_prophet_m6_w.txt.passport.json.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M6 as shipped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887,168 params, V=128, K=512, D=128, L=6.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2,680,618 tokens, split_v3, git 7adb20d.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sha256 e433bdeb… marker 6108e4d16400d5e1, issued 2026-08-24 22:57.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23944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Morning M6_REPORT: Genesis closed on realgen T1. The passport is about the file, not coding skill.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Where it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Next to the delivery artifact: weights plus passport.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verify in CI: exit 0 or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 lives in zlineage.py and GENESIS_V0.md, D8.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What a passport does 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It does not fix realgen 0%.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It does not prove trajectory-over-data — two-seed control is not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If you already have model signing PKI, this is a join, not a religion.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Reproduce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python tools\\zcert.py verify minds\\mid_prophet_m6_w.txt --cert minds\\mid_prophet_m6_w.txt.passport.json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tools/zcert.py, tools/zmind.py, tools/zcore.py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docs/GENESIS_V0.md — formula 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Do not touch weights during someone else train/eval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Shapes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License the passport layer and wire it into their CI.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Pilot: issue/verify on one of their checkpoints.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Together with Expert LM, not instead of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30 minutes with supply-chain or eval.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In the room: verify M6, read the marker out loud.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We do not open Genesis gates with a sentence.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