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M6 上下文 K=512。别和护照里的 k=32 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先写给安全和评测。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法务比 ML 更快听懂。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 json 投到墙上。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别用嘴宣布门开了。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 CI 解释，别先讲公式。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PKI 对接放第二次电话。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会上跑 verify，看退出码。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第一次试点用他们的文件，不是我们的 M6。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要到检查点负责人。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0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5C26"/>
                </a:solidFill>
                <a:latin typeface="Microsoft YaHei"/>
                <a:ea typeface="Microsoft YaHei"/>
              </a:rPr>
              <a:t>护照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7F3EC"/>
                </a:solidFill>
                <a:latin typeface="Microsoft YaHei"/>
                <a:ea typeface="Microsoft YaHei"/>
              </a:rPr>
              <a:t>Kenga 权重护照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0D0"/>
                </a:solidFill>
                <a:latin typeface="Microsoft YaHei"/>
                <a:ea typeface="Microsoft YaHei"/>
              </a:rPr>
              <a:t>不是模型。是内容身份层。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074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0D0"/>
                </a:solidFill>
                <a:latin typeface="Microsoft YaHei"/>
                <a:ea typeface="Microsoft YaHei"/>
              </a:rPr>
              <a:t>M6：marker 6108e4d16400d5e1，52 个张量，sha256 钉死。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9145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0D0"/>
                </a:solidFill>
                <a:latin typeface="Microsoft YaHei"/>
                <a:ea typeface="Microsoft YaHei"/>
              </a:rPr>
              <a:t>k=32 是公式 L 的奇异值个数，不是上下文长度。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对象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Microsoft YaHei"/>
                <a:ea typeface="Microsoft YaHei"/>
              </a:rPr>
              <a:t>该找谁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供应链、安全、评测。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觉得没有文书的检查点只是文件的人。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不是聊天组。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Microsoft YaHei"/>
                <a:ea typeface="Microsoft YaHei"/>
              </a:rPr>
              <a:t>为什么文件名会撒谎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权重在搬，名字还是旧的。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文件哈希说明不了张量谱是不是同一个。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微调之后还是不是同一模型？没有度量只能吵。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交付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Microsoft YaHei"/>
                <a:ea typeface="Microsoft YaHei"/>
              </a:rPr>
              <a:t>发什么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zcert.py issue/verify。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正文：zmind.py / zcore.py。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M6 已有护照：...passport.json。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事实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Microsoft YaHei"/>
                <a:ea typeface="Microsoft YaHei"/>
              </a:rPr>
              <a:t>M6 现状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887168 参数，V=128，K=512，D=128，L=6。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2680618 token，split_v3，git 7adb20d。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sha256 e433bdeb… marker 6108e4d16400d5e1，2026-08-24 22:57 签发。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上午 M6_REPORT：Genesis 因 realgen T1 关闭。护照管文件，不管会不会写代码。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Microsoft YaHei"/>
                <a:ea typeface="Microsoft YaHei"/>
              </a:rPr>
              <a:t>放哪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交付物旁边：权重加护照。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CI 里 verify：退出码 0 或 1。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L 在 zlineage.py 和 GENESIS_V0.md 的 D8。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不是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Microsoft YaHei"/>
                <a:ea typeface="Microsoft YaHei"/>
              </a:rPr>
              <a:t>护照不做什么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不治 realgen 0%。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不能证明「轨迹不是数据」——双种子对照没做。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如果你们已有模型签名 PKI，这是对接，不是改教。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命令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Microsoft YaHei"/>
                <a:ea typeface="Microsoft YaHei"/>
              </a:rPr>
              <a:t>复现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10881360" cy="4297680"/>
          </a:xfrm>
          <a:prstGeom prst="round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Microsoft YaHei"/>
                <a:ea typeface="Microsoft YaHei"/>
              </a:rPr>
              <a:t>python tools\\zcert.py verify ...passport.json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Microsoft YaHei"/>
                <a:ea typeface="Microsoft YaHei"/>
              </a:rPr>
              <a:t>zcert.py / zmind.py / zcore.py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Microsoft YaHei"/>
                <a:ea typeface="Microsoft YaHei"/>
              </a:rPr>
              <a:t>GENESIS_V0.md — 公式 L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Microsoft YaHei"/>
                <a:ea typeface="Microsoft YaHei"/>
              </a:rPr>
              <a:t>别人在 train/eval 时别动权重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交易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Microsoft YaHei"/>
                <a:ea typeface="Microsoft YaHei"/>
              </a:rPr>
              <a:t>做法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授权护照层并接到他们的 CI。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试点：对他们的一个检查点做 issue/verify。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和专家模型一起卖，不是替代。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Microsoft YaHei"/>
                <a:ea typeface="Microsoft YaHei"/>
              </a:rPr>
              <a:t>请求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和供应链或评测谈 30 分钟。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会上 verify M6，把 marker 读出来。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不用一句话宣布 Genesis 开门。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