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Контекст M6 K=512. Не путать с k=32 в паспорте.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Первым письмом — security/eval.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Юристы это понимают быстрее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json на проекторе.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открывать гейты голосом.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 проще объяснить, чем математику.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Стык с их PKI — тема второго созвона.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зале: verify, смотрим exit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пилот — на их файле, не на нашем M6.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Имя владельца чекпоинтов.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Calibri"/>
                <a:ea typeface="Calibri"/>
              </a:rPr>
              <a:t>ПАСПОРТ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7F3EC"/>
                </a:solidFill>
                <a:latin typeface="Calibri"/>
                <a:ea typeface="Calibri"/>
              </a:rPr>
              <a:t>Z-паспорт весов Kenga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Не модель. Слой идентичности содержимого.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074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M6: marker 6108e4d16400d5e1, 52 тензора, sha256 зафиксирован.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9145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k=32 — топ сингулярных для формулы L, не длина контекста.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КОМУ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Кому нести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Supply-chain, security, eval.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Люди, которым чекпоинт без акта — это просто файл.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Не чат-бот отдел.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БОЛЬ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Почему имя файла врёт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Веса кочуют, имя остаётся старым.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Хеш файла не говорит, тот ли спектр тензоров.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После дообучения «это та же модель?» — спор без метрики.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ЧТО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Что выдаём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zcert.py issue/verify.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Канон: zmind.py / zcore.py.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На M6 паспорт уже висит: minds/mid_prophet_m6_w.txt.passport.json.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ФАКТ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M6 как есть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887 168 параметров, V=128, K=512, D=128, L=6.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2 680 618 токенов, split_v3, git 7adb20d.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sha256 e433bdeb… marker 6108e4d16400d5e1, создан 24.08.2026 22:57.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Утренний M6_REPORT: Genesis по realgen T1 закрыт. Паспорт про файл, не про умение писать код.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КУДА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Куда встаёт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Рядом с артефактом поставки: веса + паспорт.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verify в CI: exit 0 или 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Формула L — zlineage.py и GENESIS_V0.md, блок D8.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НЕТ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Чего паспорт не делает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Не лечит realgen 0%.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Не доказывает «траектория, не данные» — двухсидовый контроль не сделан.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Не замена подписи модели у вас внутри, если свой PKI уже есть — стык, не религия.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КОМАНДЫ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Воспроизведение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4297680"/>
          </a:xfrm>
          <a:prstGeom prst="round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python tools\\zcert.py verify minds\\mid_prophet_m6_w.txt --cert minds\\mid_prophet_m6_w.txt.passport.json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tools/zcert.py, tools/zmind.py, tools/zcore.py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docs/GENESIS_V0.md — формула 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Не трогать веса во время чужого train/eval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СДЕЛКА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Форматы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Лицензия слоя паспорта + встройка в их CI.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Пилот: один их чекпоинт прогоняем issue/verify.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Совместно с эксперт-LM, не вместо него.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ДАЛЬШЕ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Просьба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30 минут с supply-chain или eval.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На встрече: verify M6, читаем marker вслух.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Гейты Genesis голосом не открываем.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