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17.6x и 0/6 real-file в одном докладе.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competing с их 70B чатом.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Без революций.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Веса не называть Grok.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Идущие эвалы не вписывать.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Пилот не про GPU rack.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обязательный.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Паспорт проверить в зале.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Критерий — до старта.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Имя владельца интерпретатора.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0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  <a:ea typeface="Calibri"/>
              </a:rPr>
              <a:t>МЕТОД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7F3EC"/>
                </a:solidFill>
                <a:latin typeface="Calibri"/>
                <a:ea typeface="Calibri"/>
              </a:rPr>
              <a:t>Kenga Expert 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Не чат. Маленькая модель, жёсткий гейт, другой корпус.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40740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M5.3: 838k, bind 5.6% → 98.6% без смены архитектуры.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91456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E0D0"/>
                </a:solidFill>
                <a:latin typeface="Calibri"/>
                <a:ea typeface="Calibri"/>
              </a:rPr>
              <a:t>M6: 887168 параметров, K=512, паспорт Z на весах.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КОМУ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Кому нести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On-device и внутренний язык компании.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Research, кому важен compiler-in-the-loop.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Supply-chain: чекпоинт с паспортом.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БОЛЬ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Три расхода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Эксперт узкого языка не обязан жить на кластере.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Данных на внутренний язык нет в природе.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Ответ без запуска — мнение.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ЧТО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Что продаём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Фабрика + numpy-трансформер + гейт kenga-lite.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Карточка M5.3 на HF (GermannM).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M6 + passport.json, marker 6108e4d16400d5e1.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ЦИФРЫ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Таблица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M5.3 A: factory compile 92.5% → 100%.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M5.3 B: bind compile x17.6 (5.6% → 98.6%).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M5.3 C: real-file compile 1/6, stdout 0/6.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23944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14216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M6 held-out 25.08 overall 72.57%. Genesis закрыт по realgen T1.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КУДА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Как живёт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Их интерпретатор — гейт.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Пилот до ~2M параметров, критерий до старта.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Паспорт едет с чекпоинтом.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НЕТ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Чего нет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Не Grok и не Kenga-ai/kenga-mm.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NL greedy match 1.2% утром 25.08.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Без двух сидов не говорим про траекторию.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КОМАНДЫ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Воспроизведение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881360" cy="4297680"/>
          </a:xfrm>
          <a:prstGeom prst="roundRect">
            <a:avLst/>
          </a:prstGeom>
          <a:solidFill>
            <a:srgbClr val="1A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hf/Kenga-Prophet-m5.3/README.md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python tools\\zcert.py verify minds\\mid_prophet_m6_w.txt --cert minds\\mid_prophet_m6_w.txt.passport.json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python tools\\corpus_eval.py --category bind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E8E0D0"/>
                </a:solidFill>
                <a:latin typeface="Consolas"/>
                <a:ea typeface="Calibri"/>
              </a:rPr>
              <a:t>docs/PITCH_DECK.md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СДЕЛКА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Три формата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Покупка стека.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Пилот 4 недели, модель до ~2M.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Партнёрство: сдвинуть realgen. Сейчас гейт закрыт.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  <a:ea typeface="Calibri"/>
              </a:rPr>
              <a:t>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814"/>
                </a:solidFill>
                <a:latin typeface="Calibri"/>
                <a:ea typeface="Calibri"/>
              </a:rPr>
              <a:t>Просьба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84248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30 минут с владельцем языка и eval.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97480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8775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На столе: карточка M5.3, паспорт M6, M6_REPORT.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10712"/>
            <a:ext cx="109728" cy="109728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00984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814"/>
                </a:solidFill>
                <a:latin typeface="Calibri"/>
                <a:ea typeface="Calibri"/>
              </a:rPr>
              <a:t>GPU в первом письме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Kenga | not a press kit | numbers from the repo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6256"/>
                </a:solidFill>
                <a:latin typeface="Calibri"/>
                <a:ea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