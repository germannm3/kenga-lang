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17.6倍和 real-file 0/6 放在同一次讲。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不跟他们的70B聊天抢。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别喊革命。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别叫 Grok。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进行中的评测别写。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试点不是要 GPU。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会上核对护照。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开始前写标准。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要到解释器负责人。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Microsoft YaHei"/>
                <a:ea typeface="Microsoft YaHei"/>
              </a:rPr>
              <a:t>Kenga 专家模型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不是聊天机器人。小模型、硬门、换语料。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M5.3：838k，bind 5.6%→98.6%，结构没改。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M6：887168 参数，K=512，权重上有 Z 护照。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该找谁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端侧和公司内部语言。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在乎 compiler-in-the-loop 的研究组。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供应链：带护照的检查点。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三项花费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窄专家不必上集群。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内部语言数据网上没有。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没跑过的回答只是看法。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卖什么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工厂、numpy transformer、kenga-lite 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HF 上的 M5.3 卡片。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M6 加护照，marker 6108e4d16400d5e1。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M5.3 A：factory compile 92.5%→100%。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M5.3 B：bind x17.6（5.6%→98.6%）。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M5.3 C：real-file 1/6 compile，stdout 0/6。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M6 25日 held-out 72.57%。Genesis 因 realgen T1 关闭。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怎么活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他们的解释器就是门。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试点大约到 2M，标准先写。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护照跟检查点走。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不是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缺什么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不是 Grok，不是 Kenga-ai/kenga-mm。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NL greedy match 1.2%（25日上午）。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没有双种子就不讲轨迹。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hf/Kenga-Prophet-m5.3/README.md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python tools\\zcert.py verify ...passport.json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python tools\\corpus_eval.py --category bind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docs/PITCH_DECK.md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交易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三种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买下栈。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四周试点，模型大约到 2M。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合作推动 realgen。门今天关着。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请求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和管语言与评测的人谈 30 分钟。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桌上：M5.3 卡片、M6 护照、M6_REPORT。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第一封信不提 GPU。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