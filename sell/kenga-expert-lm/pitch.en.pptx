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17.6x and 0/6 real-file in one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competing with their 70B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revolution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call the weights Grok.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paste in-flight evals.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GPU-rack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Verify the passport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 before kickoff.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Interpreter owner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Kenga Expert 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Not a chatbot. Tiny model, hard gate, different corpus.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M5.3: 838k, bind 5.6% to 98.6% with the same net.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M6: 887168 params, K=512, Z passport on the weights.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WHO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On-device and internal company languages.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Labs that care about compiler-in-the-loop eval.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Supply-chain: a checkpoint with a passport.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PAIN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Three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 narrow expert does not need a cluster.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Internal-language data is not on the internet.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An answer that never ran is an opinion.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What we sell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Factory, numpy transformer, kenga-lite gate.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M5.3 card on HF (GermannM).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M6 plus passport.json, marker 6108e4d16400d5e1.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M5.3 A: factory compile 92.5% to 100%.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M5.3 B: bind compile x17.6 (5.6% to 98.6%).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M5.3 C: real-file 1/6 compile, 0/6 stdout.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M6 held-out 25 Aug 72.57%. Genesis closed on realgen T1.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How it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Their interpreter is the gate.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Pilot up to ~2M params; they write the bar first.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Passport travels with the checkpoint.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Missing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Not Grok. Not Kenga-ai/kenga-mm.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NL greedy match 1.2% on 25 Aug morning.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No trajectory-vs-data claim without two seeds.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Reproduce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hf/Kenga-Prophet-m5.3/README.md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python tools\\zcert.py verify minds\\mid_prophet_m6_w.txt --cert minds\\mid_prophet_m6_w.txt.passport.json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python tools\\corpus_eval.py --category bind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docs/PITCH_DECK.md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Three shapes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Acquire the stack.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Four-week pilot, model up to ~2M.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Partnership to move realgen. Gate closed today.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30 minutes with language and eval owner.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M5.3 card, M6 passport, M6_REPORT on the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No GPU in the first email.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