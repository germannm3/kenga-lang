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看生成的 .c，不看片子。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Android/iOS 底层、工控。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讲审计。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投影打开文档。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拿出一段生成的 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别推销操作系统。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诚实才卖得掉。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内核骨架在文档里。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接入模块由他们选。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要到内核分配器负责人。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Microsoft YaHei"/>
                <a:ea typeface="Microsoft YaHei"/>
              </a:rPr>
              <a:t>裸机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Microsoft YaHei"/>
                <a:ea typeface="Microsoft YaHei"/>
              </a:rPr>
              <a:t>Kenga Freestanding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emit-c --freestanding：无 stdio/stdlib 的 C99。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MMIO、原子、asm_hlt/cli/sti。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Microsoft YaHei"/>
                <a:ea typeface="Microsoft YaHei"/>
              </a:rPr>
              <a:t>没有 kf_alloc，第一次分配就死。这是故意的。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该找谁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内核、固件、嵌入式。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不是云 AI 平台。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已经在用 -nostdlib 的人。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为什么启动路径里的 Python 烦人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固件里的策略最后还是手写 C。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内核里用 libc malloc，审计过不了。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藏起来的运行时不如明说的钩子。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契约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RUNTIME_FS、kf_rt.h、弱符号 kf_alloc。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MMIO 读写作 8/16/32/64。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正文：docs/FREESTANDING.md。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怎么验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他们怎么查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生成的 C 在 RUNTIME_FS 里没有 stdio/stdlib。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链接 start.o main.o -nostdlib -lgcc，加上他们的 kf_alloc。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lower_c.kenga 透传 MMIO/atomic/asm。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放哪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他们的 start.S 放下 boot 信息。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Kenga 写驱动或策略逻辑。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还是用原来的 cc。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不是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没有什么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不是操作系统，也不是认证 RTOS。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内核钩子你们自己写。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没有 CUDA，没有 UEFI 发行版。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复现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bootstrap\\build.cmd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emit-c --freestanding，见 FREESTANDING.md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检查 RUNTIME_FS 无 stdio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Microsoft YaHei"/>
                <a:ea typeface="Microsoft YaHei"/>
              </a:rPr>
              <a:t>必须有 kf_alloc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交易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做法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授权 emit 和 kf_rt 契约。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四周接入：他们树里一个模块。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后续支持。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Microsoft YaHei"/>
                <a:ea typeface="Microsoft YaHei"/>
              </a:rPr>
              <a:t>请求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和内核/固件负责人谈 30 分钟。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会上读生成的 .c，不读片子。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Microsoft YaHei"/>
                <a:ea typeface="Microsoft YaHei"/>
              </a:rPr>
              <a:t>必读 FREESTANDING.md。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Kenga | not a press kit | numbers from the repo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Microsoft YaHei"/>
                <a:ea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