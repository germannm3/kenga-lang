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judge a .c file, not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Android/iOS low-level, appliances.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Audit, not a pretty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doc on the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slice of generated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offer an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is the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skeleton is in the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pick the module for the spike.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of whoever owns kernel alloc.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BARE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Kenga Freestanding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emit-c --freestanding: C99 without stdio/stdlib.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MMIO, atomics, asm_hlt/cli/sti.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No kf_alloc — first alloc dies. That is the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Kernel, firmware, embedded.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Not the cloud AI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People who already link -nostdlib.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Why Python in the boot path hurts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Firmware policy still becomes hand-written 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libc malloc in a kernel fails audit.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 hidden runtime is worse than an explicit hook.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RUNTIME_FS, kf_rt.h, weak kf_alloc.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MMIO r/w 8/16/32/64.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Canon: docs/FREESTANDING.md.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How they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Generated C has no stdio/stdlib in RUNTIME_FS.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Link start.o main.o -nostdlib -lgcc plus their kf_alloc.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lower_c.kenga: MMIO/atomic/asm passthrough.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Where it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Their start.S stashes boot info.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Kenga writes driver or policy logic.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cc as usual.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What is missing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Not an OS. Not a certified RTOS.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You write the kernel hooks.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 CUDA. No UEFI distro.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Reproduce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emit-c --freestanding, see docs/FREESTANDING.md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check: no stdio in RUNTIME_FS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kf_alloc is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Shapes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License emit plus the kf_rt contract.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Four-week integration spike: one module in their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30 minutes with the kernel/firmware lead.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We read generated .c, not the deck.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FREESTANDING.md is required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