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Судят по .c файлу, не по слайду.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Android/iOS low-level, appliance.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Аудит, не красивый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Открыть доку на проекторе.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кусок generated файла.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предлагать свою 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Честный слайд — ваш друг.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Скелет ядра — в доке.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спайке они выбирают модуль.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Имя того, кто владеет аллокатором ядра.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  <a:ea typeface="Calibri"/>
              </a:rPr>
              <a:t>ЖЕЛЕЗО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3EC"/>
                </a:solidFill>
                <a:latin typeface="Calibri"/>
                <a:ea typeface="Calibri"/>
              </a:rPr>
              <a:t>Kenga Freestanding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emit-c --freestanding: C99 без stdio и stdlib.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MMIO, atomics, asm_hlt/cli/sti.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914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Нет kf_alloc — первый alloc умирает. Так задумано.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КОМУ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Кому нести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Ядро, прошивка, embedded.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Не cloud AI platform.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Люди, которые уже линкуют -nostdlib.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БОЛЬ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Почему Python в boot path бесит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Политика или DSL в прошивке всё равно становится C руками.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malloc из libc в ядре — аудиту конец.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Скрытый runtime хуже явного хука.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ЧТО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Контракт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RUNTIME_FS, kf_rt.h, слабый kf_alloc.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MMIO r/w 8/16/32/64.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Канон: docs/FREESTANDING.md.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КАК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Как проверяют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Generated C без stdio/stdlib в RUNTIME_FS.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Линк start.o main.o -nostdlib -lgcc плюс их kf_alloc.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lower_c.kenga — MMIO/atomic/asm passthrough.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КУДА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Куда встаёт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Их start.S кладёт boot info.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Kenga пишет логику драйвера или политики.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cc как обычно.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НЕТ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Чего нет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Это не ОС и не сертифицированный RTOS.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Хуки ядра пишете вы.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CUDA и UEFI-дистрибутива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КОМАНДЫ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Воспроизведение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4297680"/>
          </a:xfrm>
          <a:prstGeom prst="round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bootstrap\\build.cmd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emit-c --freestanding, см. docs/FREESTANDING.md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проверить: нет stdio в RUNTIME_FS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kf_alloc обязателен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СДЕЛКА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Форматы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Лицензия emit + контракт kf_rt.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Интеграционный спайк 4 недели: один модуль в их дереве.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Сопровождение.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Просьба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30 минут с kernel/firmware лидом.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На встрече читаем generated .c, не колоду.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FREESTANDING.md — обязательное чтение.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